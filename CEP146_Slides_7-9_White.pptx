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1. Can AI Replace Programmers?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09960" cy="5486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Artificial intelligence is a changing software development. AI tools can generate code, identify errors and help programmers with their tasks.</a:t>
            </a: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However AI is not something that you can rely on everything in software development branch. So human programmers are still in a need for understanding complex problems, checking code quality and making important decisions.</a:t>
            </a: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According to the 2025 Stack Overflow Developer Survey:</a:t>
            </a: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- 84% of respondents use or plan to use AI tools.</a:t>
            </a: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- 46% do not trust the accuracy of Artificial Intelligence-generated results.</a:t>
            </a: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- 64% do not consider AI a threat for their jobs.</a:t>
            </a: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These studies illustrates that AI is some kind of threat for humans, but still in some parts there is still a need for human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2. Skills Future Programmers Will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09960" cy="5486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As Artificial Intelligence becomes more popular, programmers will need to know both technical and human skills.</a:t>
            </a:r>
          </a:p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Important Skills Include:</a:t>
            </a:r>
          </a:p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-**Continuous Learning:** Adapting to the new programming tools. -**Problem Solving:** Finding solutions to programming problems. -**Communications:** Adapting to working in a team or a group. -**Cybersecurity:** Keeping software and user information safe.</a:t>
            </a:r>
          </a:p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The WEF's (World Economic Forum) future of jobs reports of 2025 highlights AI, analytical thinking and creative thinking as important future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3.Final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09960" cy="5486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From this moment AI will effect programmers work everyday in a good way.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However, programmers are still needed to solve problems, understand the requirements and check the software.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Our conclusion is that Artificial Intelligence is more likely to transform programming jobs than completely replace programmers.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Research Sources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1. World Economic Forum (2025) https://www.weforum.org/stories/jobs-and-the-future-of-work/future-of-jobs-report-2025-jobs-of-the-future-and-the-skills-you-need-to-get-them/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2. Innowise.com https://innowise.com/blog/will-ai-replace-software-engineers/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