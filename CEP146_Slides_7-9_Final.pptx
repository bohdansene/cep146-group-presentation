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502920"/>
            <a:ext cx="73152" cy="246888"/>
          </a:xfrm>
          <a:prstGeom prst="rect">
            <a:avLst/>
          </a:prstGeom>
          <a:solidFill>
            <a:srgbClr val="4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75488"/>
            <a:ext cx="54864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FF6F7"/>
                </a:solidFill>
                <a:latin typeface="Aptos"/>
              </a:defRPr>
            </a:pPr>
            <a:r>
              <a:t>CEP146  /  GROUP PRESENTATION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CAN AI REPLACE PROGRAMMERS?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" y="1673352"/>
            <a:ext cx="612648" cy="41148"/>
          </a:xfrm>
          <a:prstGeom prst="rect">
            <a:avLst/>
          </a:prstGeom>
          <a:solidFill>
            <a:srgbClr val="4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3968" y="6519672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CCDCED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10881360" cy="6858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5F9FF"/>
                </a:solidFill>
                <a:latin typeface="Aptos"/>
              </a:defRPr>
            </a:pPr>
            <a:r>
              <a:t>Artificial intelligence is a changing software development. AI tools can generate code, identify errors and help programmers with their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2688336"/>
            <a:ext cx="10954512" cy="1005840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862072"/>
            <a:ext cx="10515600" cy="72237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9FF"/>
                </a:solidFill>
                <a:latin typeface="Aptos"/>
              </a:defRPr>
            </a:pPr>
            <a:r>
              <a:t>However AI is not something that you can rely on everything in software development branch. So human programmers are still in a need for understanding complex problems, checking code quality and making important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31920"/>
            <a:ext cx="106984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45EFEB"/>
                </a:solidFill>
                <a:latin typeface="Aptos"/>
              </a:defRPr>
            </a:pPr>
            <a:r>
              <a:t>According to the 2025 Stack Overflow Developer Survey: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4462272"/>
            <a:ext cx="3529584" cy="1060704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590288"/>
            <a:ext cx="841248" cy="4572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45EFEB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6776" y="4581144"/>
            <a:ext cx="2395728" cy="7955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9FF"/>
                </a:solidFill>
                <a:latin typeface="Aptos"/>
              </a:defRPr>
            </a:pPr>
            <a:r>
              <a:t>of respondents use or plan to use AI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4462272"/>
            <a:ext cx="3529584" cy="1060704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4590288"/>
            <a:ext cx="841248" cy="4572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45EFEB"/>
                </a:solidFill>
                <a:latin typeface="Aptos"/>
              </a:defRPr>
            </a:pPr>
            <a:r>
              <a:t>46%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4581144"/>
            <a:ext cx="2395728" cy="7955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9FF"/>
                </a:solidFill>
                <a:latin typeface="Aptos"/>
              </a:defRPr>
            </a:pPr>
            <a:r>
              <a:t>do not trust the accuracy of Artificial Intelligence-generated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4462272"/>
            <a:ext cx="3529584" cy="1060704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4590288"/>
            <a:ext cx="841248" cy="4572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45EFEB"/>
                </a:solidFill>
                <a:latin typeface="Aptos"/>
              </a:defRPr>
            </a:pPr>
            <a:r>
              <a:t>64%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5" y="4581144"/>
            <a:ext cx="2395728" cy="7955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9FF"/>
                </a:solidFill>
                <a:latin typeface="Aptos"/>
              </a:defRPr>
            </a:pPr>
            <a:r>
              <a:t>do not consider AI a threat for their jobs.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760720"/>
            <a:ext cx="10863072" cy="5943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These studies illustrates that AI is some kind of threat for humans, but still in some parts there is still a need for human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502920"/>
            <a:ext cx="73152" cy="246888"/>
          </a:xfrm>
          <a:prstGeom prst="rect">
            <a:avLst/>
          </a:prstGeom>
          <a:solidFill>
            <a:srgbClr val="4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75488"/>
            <a:ext cx="54864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FF6F7"/>
                </a:solidFill>
                <a:latin typeface="Aptos"/>
              </a:defRPr>
            </a:pPr>
            <a:r>
              <a:t>CEP146  /  GROUP PRESENTATION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SKILLS FUTURE PROGRAMMERS WILL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" y="1673352"/>
            <a:ext cx="612648" cy="41148"/>
          </a:xfrm>
          <a:prstGeom prst="rect">
            <a:avLst/>
          </a:prstGeom>
          <a:solidFill>
            <a:srgbClr val="4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3968" y="6519672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CCDCED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56231"/>
            <a:ext cx="10789920" cy="6949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5F9FF"/>
                </a:solidFill>
                <a:latin typeface="Aptos"/>
              </a:defRPr>
            </a:pPr>
            <a:r>
              <a:t>As Artificial Intelligence becomes more popular, programmers will need to know both technical and human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42616"/>
            <a:ext cx="10058400" cy="3840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45EFEB"/>
                </a:solidFill>
                <a:latin typeface="Aptos"/>
              </a:defRPr>
            </a:pPr>
            <a:r>
              <a:t>Important Skills Include: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5422392" cy="996696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264408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5EFEB"/>
                </a:solidFill>
                <a:latin typeface="Aptos"/>
              </a:defRPr>
            </a:pPr>
            <a:r>
              <a:t>CONTINUOUS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593592"/>
            <a:ext cx="5029200" cy="4846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Adapting to the new programming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3154680"/>
            <a:ext cx="5422392" cy="996696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64408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5EFEB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93592"/>
            <a:ext cx="5029200" cy="4846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Finding solutions to programming problems.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88536"/>
            <a:ext cx="5422392" cy="996696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398264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5EFEB"/>
                </a:solidFill>
                <a:latin typeface="Aptos"/>
              </a:defRPr>
            </a:pPr>
            <a:r>
              <a:t>COMMUNICATIONS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727448"/>
            <a:ext cx="5029200" cy="4846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Adapting to working in a team or a group.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4288536"/>
            <a:ext cx="5422392" cy="996696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98264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5EFEB"/>
                </a:solidFill>
                <a:latin typeface="Aptos"/>
              </a:defRPr>
            </a:pPr>
            <a:r>
              <a:t>CYBERSECURITY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27448"/>
            <a:ext cx="5029200" cy="4846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Keeping software and user information 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623560"/>
            <a:ext cx="10789920" cy="72237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9FF"/>
                </a:solidFill>
                <a:latin typeface="Aptos"/>
              </a:defRPr>
            </a:pPr>
            <a:r>
              <a:t>The WEF's (World Economic Forum) future of jobs reports of 2025 highlights AI, analytical thinking and creative thinking as important future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502920"/>
            <a:ext cx="73152" cy="246888"/>
          </a:xfrm>
          <a:prstGeom prst="rect">
            <a:avLst/>
          </a:prstGeom>
          <a:solidFill>
            <a:srgbClr val="4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75488"/>
            <a:ext cx="54864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FF6F7"/>
                </a:solidFill>
                <a:latin typeface="Aptos"/>
              </a:defRPr>
            </a:pPr>
            <a:r>
              <a:t>CEP146  /  GROUP PRESENTATION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FINAL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" y="1673352"/>
            <a:ext cx="612648" cy="41148"/>
          </a:xfrm>
          <a:prstGeom prst="rect">
            <a:avLst/>
          </a:prstGeom>
          <a:solidFill>
            <a:srgbClr val="4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3968" y="6519672"/>
            <a:ext cx="685800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CCDCED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53928" cy="832104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10332720" cy="4480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5F9FF"/>
                </a:solidFill>
                <a:latin typeface="Aptos"/>
              </a:defRPr>
            </a:pPr>
            <a:r>
              <a:t>From this moment AI will effect programmers work everyday in a good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44368"/>
            <a:ext cx="10853928" cy="932688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54680"/>
            <a:ext cx="10332720" cy="5486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5F9FF"/>
                </a:solidFill>
                <a:latin typeface="Aptos"/>
              </a:defRPr>
            </a:pPr>
            <a:r>
              <a:t>However, programmers are still needed to solve problems, understand the requirements and check the 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96512"/>
            <a:ext cx="10853928" cy="1005840"/>
          </a:xfrm>
          <a:prstGeom prst="roundRect">
            <a:avLst/>
          </a:prstGeom>
          <a:solidFill>
            <a:srgbClr val="2B4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306824"/>
            <a:ext cx="10332720" cy="6217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5F9FF"/>
                </a:solidFill>
                <a:latin typeface="Aptos"/>
              </a:defRPr>
            </a:pPr>
            <a:r>
              <a:t>Our conclusion is that Artificial Intelligence is more likely to transform programming jobs than completely replace programmers.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349240"/>
            <a:ext cx="10058400" cy="34747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5EFEB"/>
                </a:solidFill>
                <a:latin typeface="Aptos"/>
              </a:defRPr>
            </a:pPr>
            <a:r>
              <a:t>Research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687568"/>
            <a:ext cx="10789920" cy="3657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CDCED"/>
                </a:solidFill>
                <a:latin typeface="Aptos"/>
              </a:defRPr>
            </a:pPr>
            <a:r>
              <a:t>1. World Economic Forum (2025) https://www.weforum.org/stories/jobs-and-the-future-of-work/future-of-jobs-report-2025-jobs-of-the-future-and-the-skills-you-need-to-get-them/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6126480"/>
            <a:ext cx="1078992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CCDCED"/>
                </a:solidFill>
                <a:latin typeface="Aptos"/>
              </a:defRPr>
            </a:pPr>
            <a:r>
              <a:t>2. Innowise.com https://innowise.com/blog/will-ai-replace-software-engineers/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